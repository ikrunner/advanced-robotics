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61" r:id="rId4"/>
    <p:sldId id="258" r:id="rId5"/>
    <p:sldId id="259"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7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4/28/2021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4/28/2021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15B18DF-1A4F-456F-8E0E-8CFE4C808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334CD9B-39EA-42AE-8A1F-0D40028F3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971A1C8-C58C-4F73-9B7F-4731E661D73D}"/>
              </a:ext>
            </a:extLst>
          </p:cNvPr>
          <p:cNvSpPr>
            <a:spLocks noGrp="1"/>
          </p:cNvSpPr>
          <p:nvPr>
            <p:ph type="ctrTitle"/>
          </p:nvPr>
        </p:nvSpPr>
        <p:spPr>
          <a:xfrm>
            <a:off x="1452616" y="3128962"/>
            <a:ext cx="3525640" cy="214767"/>
          </a:xfrm>
        </p:spPr>
        <p:txBody>
          <a:bodyPr>
            <a:normAutofit fontScale="90000"/>
          </a:bodyPr>
          <a:lstStyle/>
          <a:p>
            <a:r>
              <a:rPr lang="en-US" sz="1400" dirty="0"/>
              <a:t>ESTIMATE_POSE_RANSAC.PY output</a:t>
            </a:r>
          </a:p>
        </p:txBody>
      </p:sp>
      <p:sp>
        <p:nvSpPr>
          <p:cNvPr id="3" name="Subtitle 2">
            <a:extLst>
              <a:ext uri="{FF2B5EF4-FFF2-40B4-BE49-F238E27FC236}">
                <a16:creationId xmlns:a16="http://schemas.microsoft.com/office/drawing/2014/main" id="{1D98A21F-3948-4968-8009-3870A23B4DD7}"/>
              </a:ext>
            </a:extLst>
          </p:cNvPr>
          <p:cNvSpPr>
            <a:spLocks noGrp="1"/>
          </p:cNvSpPr>
          <p:nvPr>
            <p:ph type="subTitle" idx="1"/>
          </p:nvPr>
        </p:nvSpPr>
        <p:spPr>
          <a:xfrm>
            <a:off x="1452617" y="3531204"/>
            <a:ext cx="3521499" cy="1610643"/>
          </a:xfrm>
        </p:spPr>
        <p:txBody>
          <a:bodyPr>
            <a:normAutofit/>
          </a:bodyPr>
          <a:lstStyle/>
          <a:p>
            <a:r>
              <a:rPr lang="en-US" sz="1600" dirty="0"/>
              <a:t>Ikenna Achilihu</a:t>
            </a:r>
          </a:p>
          <a:p>
            <a:r>
              <a:rPr lang="en-US" sz="1600" dirty="0"/>
              <a:t>MEAM 620, Spring 2021</a:t>
            </a:r>
          </a:p>
          <a:p>
            <a:r>
              <a:rPr lang="en-US" sz="1600" dirty="0"/>
              <a:t>Project II phase 1I</a:t>
            </a:r>
          </a:p>
        </p:txBody>
      </p:sp>
      <p:cxnSp>
        <p:nvCxnSpPr>
          <p:cNvPr id="31" name="Straight Connector 30">
            <a:extLst>
              <a:ext uri="{FF2B5EF4-FFF2-40B4-BE49-F238E27FC236}">
                <a16:creationId xmlns:a16="http://schemas.microsoft.com/office/drawing/2014/main" id="{E7C3AE2A-04FA-4B67-9C14-0D990CA6AE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352149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33" name="Group 32">
            <a:extLst>
              <a:ext uri="{FF2B5EF4-FFF2-40B4-BE49-F238E27FC236}">
                <a16:creationId xmlns:a16="http://schemas.microsoft.com/office/drawing/2014/main" id="{24C6E9FA-459B-47A6-93ED-A57860553C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46003" y="583365"/>
            <a:chExt cx="6091790" cy="5181928"/>
          </a:xfrm>
        </p:grpSpPr>
        <p:sp>
          <p:nvSpPr>
            <p:cNvPr id="34" name="Rectangle 33">
              <a:extLst>
                <a:ext uri="{FF2B5EF4-FFF2-40B4-BE49-F238E27FC236}">
                  <a16:creationId xmlns:a16="http://schemas.microsoft.com/office/drawing/2014/main" id="{47C1C93F-E23C-45AE-9DA2-42554BD6C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18F65DC-4B7C-4988-82E8-131C26140C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37" name="Picture 36">
            <a:extLst>
              <a:ext uri="{FF2B5EF4-FFF2-40B4-BE49-F238E27FC236}">
                <a16:creationId xmlns:a16="http://schemas.microsoft.com/office/drawing/2014/main" id="{8E7CFEF1-65E1-4CEE-91CA-B6B73B84BC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9" name="Straight Connector 38">
            <a:extLst>
              <a:ext uri="{FF2B5EF4-FFF2-40B4-BE49-F238E27FC236}">
                <a16:creationId xmlns:a16="http://schemas.microsoft.com/office/drawing/2014/main" id="{FCA742D8-7814-4F8A-AEF8-1857FB21F0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D3DFCA5-EA6A-4375-A4D3-F147C776F365}"/>
              </a:ext>
            </a:extLst>
          </p:cNvPr>
          <p:cNvSpPr txBox="1"/>
          <p:nvPr/>
        </p:nvSpPr>
        <p:spPr>
          <a:xfrm>
            <a:off x="6681733" y="2228671"/>
            <a:ext cx="4384373"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Pages 2-3</a:t>
            </a:r>
            <a:r>
              <a:rPr lang="en-US" dirty="0"/>
              <a:t>: Derivation</a:t>
            </a:r>
          </a:p>
          <a:p>
            <a:pPr marL="285750" indent="-285750">
              <a:buFont typeface="Arial" panose="020B0604020202020204" pitchFamily="34" charset="0"/>
              <a:buChar char="•"/>
            </a:pPr>
            <a:r>
              <a:rPr lang="en-US" b="1" dirty="0"/>
              <a:t>Page 4</a:t>
            </a:r>
            <a:r>
              <a:rPr lang="en-US" dirty="0"/>
              <a:t>: 	Plots for 0 iteration </a:t>
            </a:r>
            <a:r>
              <a:rPr lang="en-US" dirty="0" err="1"/>
              <a:t>Ransac</a:t>
            </a:r>
            <a:endParaRPr lang="en-US" dirty="0"/>
          </a:p>
          <a:p>
            <a:pPr marL="285750" indent="-285750">
              <a:buFont typeface="Arial" panose="020B0604020202020204" pitchFamily="34" charset="0"/>
              <a:buChar char="•"/>
            </a:pPr>
            <a:r>
              <a:rPr lang="en-US" b="1" dirty="0"/>
              <a:t>Page 5</a:t>
            </a:r>
            <a:r>
              <a:rPr lang="en-US" dirty="0"/>
              <a:t>: 	Plots for 10 iteration </a:t>
            </a:r>
            <a:r>
              <a:rPr lang="en-US" dirty="0" err="1"/>
              <a:t>Ransac</a:t>
            </a:r>
            <a:endParaRPr lang="en-US" dirty="0"/>
          </a:p>
          <a:p>
            <a:pPr marL="285750" indent="-285750">
              <a:buFont typeface="Arial" panose="020B0604020202020204" pitchFamily="34" charset="0"/>
              <a:buChar char="•"/>
            </a:pPr>
            <a:r>
              <a:rPr lang="en-US" b="1" dirty="0"/>
              <a:t>Page 6</a:t>
            </a:r>
            <a:r>
              <a:rPr lang="en-US" dirty="0"/>
              <a:t>: 	Observations</a:t>
            </a:r>
          </a:p>
        </p:txBody>
      </p:sp>
    </p:spTree>
    <p:extLst>
      <p:ext uri="{BB962C8B-B14F-4D97-AF65-F5344CB8AC3E}">
        <p14:creationId xmlns:p14="http://schemas.microsoft.com/office/powerpoint/2010/main" val="341092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200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BB712B-0AA8-4DFB-B771-DD95BFAF910E}"/>
              </a:ext>
            </a:extLst>
          </p:cNvPr>
          <p:cNvPicPr>
            <a:picLocks noChangeAspect="1"/>
          </p:cNvPicPr>
          <p:nvPr/>
        </p:nvPicPr>
        <p:blipFill>
          <a:blip r:embed="rId2"/>
          <a:stretch>
            <a:fillRect/>
          </a:stretch>
        </p:blipFill>
        <p:spPr>
          <a:xfrm>
            <a:off x="648637" y="106422"/>
            <a:ext cx="4592014" cy="5913377"/>
          </a:xfrm>
          <a:prstGeom prst="rect">
            <a:avLst/>
          </a:prstGeom>
        </p:spPr>
      </p:pic>
      <p:pic>
        <p:nvPicPr>
          <p:cNvPr id="6" name="Picture 5">
            <a:extLst>
              <a:ext uri="{FF2B5EF4-FFF2-40B4-BE49-F238E27FC236}">
                <a16:creationId xmlns:a16="http://schemas.microsoft.com/office/drawing/2014/main" id="{9EF33A4F-A82B-4EC0-8512-FA152676F394}"/>
              </a:ext>
            </a:extLst>
          </p:cNvPr>
          <p:cNvPicPr>
            <a:picLocks noChangeAspect="1"/>
          </p:cNvPicPr>
          <p:nvPr/>
        </p:nvPicPr>
        <p:blipFill>
          <a:blip r:embed="rId3"/>
          <a:stretch>
            <a:fillRect/>
          </a:stretch>
        </p:blipFill>
        <p:spPr>
          <a:xfrm>
            <a:off x="6951351" y="103631"/>
            <a:ext cx="4641976" cy="5916168"/>
          </a:xfrm>
          <a:prstGeom prst="rect">
            <a:avLst/>
          </a:prstGeom>
        </p:spPr>
      </p:pic>
      <p:cxnSp>
        <p:nvCxnSpPr>
          <p:cNvPr id="13" name="Straight Connector 12">
            <a:extLst>
              <a:ext uri="{FF2B5EF4-FFF2-40B4-BE49-F238E27FC236}">
                <a16:creationId xmlns:a16="http://schemas.microsoft.com/office/drawing/2014/main" id="{FD43017F-B307-4E5A-B234-BA1191AEA460}"/>
              </a:ext>
            </a:extLst>
          </p:cNvPr>
          <p:cNvCxnSpPr>
            <a:cxnSpLocks/>
          </p:cNvCxnSpPr>
          <p:nvPr/>
        </p:nvCxnSpPr>
        <p:spPr>
          <a:xfrm>
            <a:off x="6116620" y="159183"/>
            <a:ext cx="0" cy="585325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4823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6F2CA8-C74E-4B6C-978F-C6FF3FAE9788}"/>
              </a:ext>
            </a:extLst>
          </p:cNvPr>
          <p:cNvPicPr>
            <a:picLocks noChangeAspect="1"/>
          </p:cNvPicPr>
          <p:nvPr/>
        </p:nvPicPr>
        <p:blipFill rotWithShape="1">
          <a:blip r:embed="rId2"/>
          <a:srcRect b="60544"/>
          <a:stretch/>
        </p:blipFill>
        <p:spPr>
          <a:xfrm>
            <a:off x="2243394" y="830424"/>
            <a:ext cx="7138178" cy="3620278"/>
          </a:xfrm>
          <a:prstGeom prst="rect">
            <a:avLst/>
          </a:prstGeom>
        </p:spPr>
      </p:pic>
    </p:spTree>
    <p:extLst>
      <p:ext uri="{BB962C8B-B14F-4D97-AF65-F5344CB8AC3E}">
        <p14:creationId xmlns:p14="http://schemas.microsoft.com/office/powerpoint/2010/main" val="1516732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AFF08DD-328D-424B-89CC-491C55BDE30D}"/>
              </a:ext>
            </a:extLst>
          </p:cNvPr>
          <p:cNvCxnSpPr>
            <a:cxnSpLocks/>
          </p:cNvCxnSpPr>
          <p:nvPr/>
        </p:nvCxnSpPr>
        <p:spPr>
          <a:xfrm>
            <a:off x="6116620" y="159183"/>
            <a:ext cx="0" cy="5853250"/>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6" descr="Chart, histogram&#10;&#10;Description automatically generated">
            <a:extLst>
              <a:ext uri="{FF2B5EF4-FFF2-40B4-BE49-F238E27FC236}">
                <a16:creationId xmlns:a16="http://schemas.microsoft.com/office/drawing/2014/main" id="{8B2190DE-F59C-43FE-9963-ABC1EEB2A3E7}"/>
              </a:ext>
            </a:extLst>
          </p:cNvPr>
          <p:cNvPicPr>
            <a:picLocks noChangeAspect="1"/>
          </p:cNvPicPr>
          <p:nvPr/>
        </p:nvPicPr>
        <p:blipFill>
          <a:blip r:embed="rId2"/>
          <a:stretch>
            <a:fillRect/>
          </a:stretch>
        </p:blipFill>
        <p:spPr>
          <a:xfrm>
            <a:off x="6642542" y="568568"/>
            <a:ext cx="5230367" cy="3922776"/>
          </a:xfrm>
          <a:prstGeom prst="rect">
            <a:avLst/>
          </a:prstGeom>
        </p:spPr>
      </p:pic>
      <p:pic>
        <p:nvPicPr>
          <p:cNvPr id="9" name="Picture 8" descr="Chart, line chart, histogram&#10;&#10;Description automatically generated">
            <a:extLst>
              <a:ext uri="{FF2B5EF4-FFF2-40B4-BE49-F238E27FC236}">
                <a16:creationId xmlns:a16="http://schemas.microsoft.com/office/drawing/2014/main" id="{563EFFB4-BEBB-4903-B6B7-465D452370BA}"/>
              </a:ext>
            </a:extLst>
          </p:cNvPr>
          <p:cNvPicPr>
            <a:picLocks noChangeAspect="1"/>
          </p:cNvPicPr>
          <p:nvPr/>
        </p:nvPicPr>
        <p:blipFill>
          <a:blip r:embed="rId3"/>
          <a:stretch>
            <a:fillRect/>
          </a:stretch>
        </p:blipFill>
        <p:spPr>
          <a:xfrm>
            <a:off x="319091" y="568568"/>
            <a:ext cx="5232455" cy="3924341"/>
          </a:xfrm>
          <a:prstGeom prst="rect">
            <a:avLst/>
          </a:prstGeom>
        </p:spPr>
      </p:pic>
      <p:sp>
        <p:nvSpPr>
          <p:cNvPr id="17" name="TextBox 16">
            <a:extLst>
              <a:ext uri="{FF2B5EF4-FFF2-40B4-BE49-F238E27FC236}">
                <a16:creationId xmlns:a16="http://schemas.microsoft.com/office/drawing/2014/main" id="{C0C91403-FE9A-41E6-BBB6-38A15ECA89B6}"/>
              </a:ext>
            </a:extLst>
          </p:cNvPr>
          <p:cNvSpPr txBox="1"/>
          <p:nvPr/>
        </p:nvSpPr>
        <p:spPr>
          <a:xfrm>
            <a:off x="2195721" y="5596934"/>
            <a:ext cx="1609288" cy="276999"/>
          </a:xfrm>
          <a:prstGeom prst="rect">
            <a:avLst/>
          </a:prstGeom>
          <a:noFill/>
        </p:spPr>
        <p:txBody>
          <a:bodyPr wrap="square" rtlCol="0">
            <a:spAutoFit/>
          </a:bodyPr>
          <a:lstStyle/>
          <a:p>
            <a:pPr algn="ctr"/>
            <a:r>
              <a:rPr lang="en-US" sz="1200" dirty="0" err="1"/>
              <a:t>Ransac</a:t>
            </a:r>
            <a:r>
              <a:rPr lang="en-US" sz="1200" dirty="0"/>
              <a:t> Iterations = 10</a:t>
            </a:r>
          </a:p>
        </p:txBody>
      </p:sp>
      <p:sp>
        <p:nvSpPr>
          <p:cNvPr id="19" name="TextBox 18">
            <a:extLst>
              <a:ext uri="{FF2B5EF4-FFF2-40B4-BE49-F238E27FC236}">
                <a16:creationId xmlns:a16="http://schemas.microsoft.com/office/drawing/2014/main" id="{56493412-CEEB-4C8C-A82A-BDE5836B03B2}"/>
              </a:ext>
            </a:extLst>
          </p:cNvPr>
          <p:cNvSpPr txBox="1"/>
          <p:nvPr/>
        </p:nvSpPr>
        <p:spPr>
          <a:xfrm>
            <a:off x="7892527" y="5596933"/>
            <a:ext cx="2928892" cy="276999"/>
          </a:xfrm>
          <a:prstGeom prst="rect">
            <a:avLst/>
          </a:prstGeom>
          <a:noFill/>
        </p:spPr>
        <p:txBody>
          <a:bodyPr wrap="square" rtlCol="0">
            <a:spAutoFit/>
          </a:bodyPr>
          <a:lstStyle/>
          <a:p>
            <a:pPr algn="ctr"/>
            <a:r>
              <a:rPr lang="en-US" sz="1200" dirty="0" err="1"/>
              <a:t>Ransac</a:t>
            </a:r>
            <a:r>
              <a:rPr lang="en-US" sz="1200" dirty="0"/>
              <a:t> Iterations = 10</a:t>
            </a:r>
          </a:p>
        </p:txBody>
      </p:sp>
    </p:spTree>
    <p:extLst>
      <p:ext uri="{BB962C8B-B14F-4D97-AF65-F5344CB8AC3E}">
        <p14:creationId xmlns:p14="http://schemas.microsoft.com/office/powerpoint/2010/main" val="155913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AFF08DD-328D-424B-89CC-491C55BDE30D}"/>
              </a:ext>
            </a:extLst>
          </p:cNvPr>
          <p:cNvCxnSpPr>
            <a:cxnSpLocks/>
          </p:cNvCxnSpPr>
          <p:nvPr/>
        </p:nvCxnSpPr>
        <p:spPr>
          <a:xfrm>
            <a:off x="6116620" y="159183"/>
            <a:ext cx="0" cy="5853250"/>
          </a:xfrm>
          <a:prstGeom prst="line">
            <a:avLst/>
          </a:prstGeom>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FCD0683A-FF6A-4816-B9AD-3F35AC1AC667}"/>
              </a:ext>
            </a:extLst>
          </p:cNvPr>
          <p:cNvSpPr txBox="1"/>
          <p:nvPr/>
        </p:nvSpPr>
        <p:spPr>
          <a:xfrm>
            <a:off x="2195721" y="5596934"/>
            <a:ext cx="1609288" cy="276999"/>
          </a:xfrm>
          <a:prstGeom prst="rect">
            <a:avLst/>
          </a:prstGeom>
          <a:noFill/>
        </p:spPr>
        <p:txBody>
          <a:bodyPr wrap="square" rtlCol="0">
            <a:spAutoFit/>
          </a:bodyPr>
          <a:lstStyle/>
          <a:p>
            <a:pPr algn="ctr"/>
            <a:r>
              <a:rPr lang="en-US" sz="1200" dirty="0" err="1"/>
              <a:t>Ransac</a:t>
            </a:r>
            <a:r>
              <a:rPr lang="en-US" sz="1200" dirty="0"/>
              <a:t> Iterations = 0</a:t>
            </a:r>
          </a:p>
        </p:txBody>
      </p:sp>
      <p:sp>
        <p:nvSpPr>
          <p:cNvPr id="20" name="TextBox 19">
            <a:extLst>
              <a:ext uri="{FF2B5EF4-FFF2-40B4-BE49-F238E27FC236}">
                <a16:creationId xmlns:a16="http://schemas.microsoft.com/office/drawing/2014/main" id="{10283FAD-D23C-434A-BDA4-2B8B4B54141F}"/>
              </a:ext>
            </a:extLst>
          </p:cNvPr>
          <p:cNvSpPr txBox="1"/>
          <p:nvPr/>
        </p:nvSpPr>
        <p:spPr>
          <a:xfrm>
            <a:off x="7892527" y="5596933"/>
            <a:ext cx="2928892" cy="276999"/>
          </a:xfrm>
          <a:prstGeom prst="rect">
            <a:avLst/>
          </a:prstGeom>
          <a:noFill/>
        </p:spPr>
        <p:txBody>
          <a:bodyPr wrap="square" rtlCol="0">
            <a:spAutoFit/>
          </a:bodyPr>
          <a:lstStyle/>
          <a:p>
            <a:pPr algn="ctr"/>
            <a:r>
              <a:rPr lang="en-US" sz="1200" dirty="0" err="1"/>
              <a:t>Ransac</a:t>
            </a:r>
            <a:r>
              <a:rPr lang="en-US" sz="1200" dirty="0"/>
              <a:t> Iterations = 0</a:t>
            </a:r>
          </a:p>
        </p:txBody>
      </p:sp>
      <p:pic>
        <p:nvPicPr>
          <p:cNvPr id="3" name="Picture 2" descr="Graphical user interface, chart&#10;&#10;Description automatically generated">
            <a:extLst>
              <a:ext uri="{FF2B5EF4-FFF2-40B4-BE49-F238E27FC236}">
                <a16:creationId xmlns:a16="http://schemas.microsoft.com/office/drawing/2014/main" id="{23E11D17-3C98-4DB8-AEAE-7D0E10F960D7}"/>
              </a:ext>
            </a:extLst>
          </p:cNvPr>
          <p:cNvPicPr>
            <a:picLocks noChangeAspect="1"/>
          </p:cNvPicPr>
          <p:nvPr/>
        </p:nvPicPr>
        <p:blipFill>
          <a:blip r:embed="rId2"/>
          <a:stretch>
            <a:fillRect/>
          </a:stretch>
        </p:blipFill>
        <p:spPr>
          <a:xfrm>
            <a:off x="6741789" y="544039"/>
            <a:ext cx="5230368" cy="3922776"/>
          </a:xfrm>
          <a:prstGeom prst="rect">
            <a:avLst/>
          </a:prstGeom>
        </p:spPr>
      </p:pic>
      <p:pic>
        <p:nvPicPr>
          <p:cNvPr id="12" name="Picture 11" descr="Chart, histogram&#10;&#10;Description automatically generated">
            <a:extLst>
              <a:ext uri="{FF2B5EF4-FFF2-40B4-BE49-F238E27FC236}">
                <a16:creationId xmlns:a16="http://schemas.microsoft.com/office/drawing/2014/main" id="{80FF46AC-22BD-4B5F-A7C3-06FD8519C01D}"/>
              </a:ext>
            </a:extLst>
          </p:cNvPr>
          <p:cNvPicPr>
            <a:picLocks noChangeAspect="1"/>
          </p:cNvPicPr>
          <p:nvPr/>
        </p:nvPicPr>
        <p:blipFill>
          <a:blip r:embed="rId3"/>
          <a:stretch>
            <a:fillRect/>
          </a:stretch>
        </p:blipFill>
        <p:spPr>
          <a:xfrm>
            <a:off x="385181" y="544039"/>
            <a:ext cx="5230368" cy="3922776"/>
          </a:xfrm>
          <a:prstGeom prst="rect">
            <a:avLst/>
          </a:prstGeom>
        </p:spPr>
      </p:pic>
    </p:spTree>
    <p:extLst>
      <p:ext uri="{BB962C8B-B14F-4D97-AF65-F5344CB8AC3E}">
        <p14:creationId xmlns:p14="http://schemas.microsoft.com/office/powerpoint/2010/main" val="261851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C6A7C8-15EC-4264-9883-CFA35EE73D34}"/>
              </a:ext>
            </a:extLst>
          </p:cNvPr>
          <p:cNvSpPr txBox="1"/>
          <p:nvPr/>
        </p:nvSpPr>
        <p:spPr>
          <a:xfrm>
            <a:off x="891152" y="573438"/>
            <a:ext cx="10409695" cy="1200329"/>
          </a:xfrm>
          <a:prstGeom prst="rect">
            <a:avLst/>
          </a:prstGeom>
          <a:noFill/>
        </p:spPr>
        <p:txBody>
          <a:bodyPr wrap="square" rtlCol="0">
            <a:spAutoFit/>
          </a:bodyPr>
          <a:lstStyle/>
          <a:p>
            <a:r>
              <a:rPr lang="en-US" dirty="0"/>
              <a:t>We see that when we use 10 iterations, the position and attitude plots are smooth and continuous. Furthermore, since we are being more stringent in our criteria for outliers, this is represented in the inlier/outlier plot. For 0 iterations, since we treat all correspondence points as inliers, even though they may in fact be outliers, we don’t see as smooth position and attitude plots.</a:t>
            </a:r>
          </a:p>
        </p:txBody>
      </p:sp>
    </p:spTree>
    <p:extLst>
      <p:ext uri="{BB962C8B-B14F-4D97-AF65-F5344CB8AC3E}">
        <p14:creationId xmlns:p14="http://schemas.microsoft.com/office/powerpoint/2010/main" val="428962215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290</TotalTime>
  <Words>137</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Gill Sans MT</vt:lpstr>
      <vt:lpstr>Gallery</vt:lpstr>
      <vt:lpstr>ESTIMATE_POSE_RANSAC.PY output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Achilihu, Ikenna O</dc:creator>
  <cp:lastModifiedBy>Achilihu, Ikenna O</cp:lastModifiedBy>
  <cp:revision>12</cp:revision>
  <dcterms:created xsi:type="dcterms:W3CDTF">2021-04-02T17:18:21Z</dcterms:created>
  <dcterms:modified xsi:type="dcterms:W3CDTF">2021-04-28T16:19:43Z</dcterms:modified>
</cp:coreProperties>
</file>